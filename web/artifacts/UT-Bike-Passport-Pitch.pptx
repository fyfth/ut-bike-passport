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5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IT FORWARD | UT AUSTIN MOBILITY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 Bike Passport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E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student workflow for bike ownership, theft reporting, and recovery.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109728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83664" y="2331720"/>
            <a:ext cx="105156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4952" y="2331720"/>
            <a:ext cx="1115568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76656" y="4800600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983480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fragmented pages to one recovery path.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5385816"/>
            <a:ext cx="7168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do not just lose bikes to theft. They lose recovery because the workflow is disconnected.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breaks at the handoff points.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deal with separate pages for ownership, theft reporting, and recovery. That delay is what kills recovery.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951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THEFT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5328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record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2971800"/>
            <a:ext cx="3191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Serial, photos, and proof are scattered or missing.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2951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THEFT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98848" y="25328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slow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98848" y="2971800"/>
            <a:ext cx="3191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rebuild details when speed matters most.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91856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6448" y="22951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RECOVERY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56448" y="25328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match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56448" y="2971800"/>
            <a:ext cx="31912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Recovered bikes can still go unclaimed without a clean owner path.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FFAF4">
              <a:alpha val="8000"/>
            </a:srgbClr>
          </a:solidFill>
          <a:ln w="12700">
            <a:solidFill>
              <a:srgbClr val="D9C7B7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257800"/>
            <a:ext cx="7808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UT pages. No end-to-end integration.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5641848"/>
            <a:ext cx="7808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why recovered bikes can still miss their owner and fall out of the student recovery loop.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1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 does not need another page. It needs one student-facing workflow.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E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replace UT systems. The goal is to connect them in a way students can actually use.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210312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49424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48716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Ownership proof lives in one place or nowhere.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Missing reports happen somewhere else.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Recovered bikes still need manual routing.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54496" y="210312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2249424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 BIKE PASSPORT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19088" y="248716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907792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Create a passport before theft.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Mark the bike missing in one tap.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Route found-bike leads back to the owner.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4956048"/>
            <a:ext cx="214884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STUDENT EXPERIENCE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80944" y="4956048"/>
            <a:ext cx="187452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RECOVERY LOOP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74336" y="4956048"/>
            <a:ext cx="214884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3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REALISTIC ADOPTION PATH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 to register, report, and recover.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wedge is intentionally narrow: ownership first, recovery second, campus visibility as leverage.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REGISTER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Bike passport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Serial, make, model, photos, lock setup, and parking habits.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103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2494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REPORT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98848" y="24871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mode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98848" y="2889504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the bike missing and place it on the campus board.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21031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22494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RECOVER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74736" y="248716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Found-bike desk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74736" y="2889504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Helpers submit leads and the likely owner gets alerted.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5074920"/>
            <a:ext cx="7635240" cy="914400"/>
          </a:xfrm>
          <a:prstGeom prst="roundRect">
            <a:avLst>
              <a:gd name="adj" fmla="val 8000"/>
            </a:avLst>
          </a:prstGeom>
          <a:solidFill>
            <a:srgbClr val="FFFAF4">
              <a:alpha val="8000"/>
            </a:srgbClr>
          </a:solidFill>
          <a:ln w="12700">
            <a:solidFill>
              <a:srgbClr val="D9C7B7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7306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wedge.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5641848"/>
            <a:ext cx="7306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workflow students need now. Expand into campus partners later.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 MVP already closes the loop.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rider creates a passport, marks the bike missing, a helper submits a found lead, and the owner sees a match alert.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9514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2532888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935224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ownership record before theft.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29514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93592" y="2532888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2935224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visibility for active missing bikes.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229514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73952" y="2532888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desk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2935224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intake for campus helpers and staff.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21488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29514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54312" y="2532888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54312" y="2935224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notifications with follow-up details.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50749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AF4">
              <a:alpha val="8000"/>
            </a:srgbClr>
          </a:solidFill>
          <a:ln w="12700">
            <a:solidFill>
              <a:srgbClr val="D9C7B7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57800"/>
            <a:ext cx="8083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missing board does two jobs.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641848"/>
            <a:ext cx="8083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likely theft hotspots and creates pressure for campus response instead of letting incidents stay invisible.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F5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enough to outlast the hackathon.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E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helps students immediately and becomes more valuable as UT partners plug into the same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951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STUDENTS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Peace of mind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35224"/>
            <a:ext cx="3218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proof exists before a theft happens.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14884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2951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RECOVERY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98848" y="25328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goes unclaimed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98848" y="2935224"/>
            <a:ext cx="3218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Found-bike leads are routed back to the likely owner faster.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2148840"/>
            <a:ext cx="3547872" cy="2011680"/>
          </a:xfrm>
          <a:prstGeom prst="roundRect">
            <a:avLst>
              <a:gd name="adj" fmla="val 363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2295144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CAMPUS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74736" y="25328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pressure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74736" y="2935224"/>
            <a:ext cx="3218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missing-bike activity highlights hotspots and gaps in response.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507492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9089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framing: a student-friendly workflow layer around existing UT systems.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641848"/>
            <a:ext cx="9089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makes adoption realistic and fits the Build it Forward theme better than pitching a full replacement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fast, but with a real product architecture.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is simple enough for an MVP and strong enough to grow into a campus-ready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39696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App Router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 v4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08192" y="1993392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2784" y="2139696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AND UX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2784" y="237744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72784" y="2432304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Leaflet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OpenStreetMap tiles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Mobile-friendly responsive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337560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83864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LOGIC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3721608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workflow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776472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handlers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Cookie-based session auth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08192" y="3337560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3483864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72784" y="3721608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storage today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3776472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CSV-backed local 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Bikes, users, found posts, notifications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plus SQLite path ready next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681728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28032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506577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alerts work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serial 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Make, model, color overlap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similarity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08192" y="4681728"/>
            <a:ext cx="5413248" cy="1115568"/>
          </a:xfrm>
          <a:prstGeom prst="roundRect">
            <a:avLst>
              <a:gd name="adj" fmla="val 6557"/>
            </a:avLst>
          </a:prstGeom>
          <a:solidFill>
            <a:srgbClr val="FFFAF4"/>
          </a:solidFill>
          <a:ln w="12700">
            <a:solidFill>
              <a:srgbClr val="D9C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4828032"/>
            <a:ext cx="5084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8F3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CODEX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72784" y="506577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acceleration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72784" y="5120640"/>
            <a:ext cx="5084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exploration and debugging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refactor and flow fixes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5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and demo prep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1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 AND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loop now. Strong AI roadmap next.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68249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E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already connects register to recovery. The next step is image comparison when photos are available.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2176272"/>
            <a:ext cx="271576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322576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94944" y="256032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passport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294436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record is saved before theft.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2176272"/>
            <a:ext cx="271576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2322576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93592" y="256032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 missing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3592" y="294436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appears on the public board.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27648" y="2176272"/>
            <a:ext cx="271576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22576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found lead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94436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Campus helper enters details at the desk.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26296" y="2176272"/>
            <a:ext cx="2715768" cy="1901952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2322576"/>
            <a:ext cx="2386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2D6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90888" y="2560320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Notify owner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90888" y="294436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explains why the match looks likely.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5047488"/>
            <a:ext cx="85496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30368"/>
            <a:ext cx="8220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OpenAI image comparison.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5614416"/>
            <a:ext cx="8220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9EB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passport photos to found-bike photos to raise confidence and reduce false positives.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UT Bike Passport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 Bike Passport</dc:title>
  <dc:subject>UT Bike Passport Hackathon Pitch</dc:subject>
  <dc:creator>OpenAI Codex</dc:creator>
  <cp:lastModifiedBy>OpenAI Codex</cp:lastModifiedBy>
  <cp:revision>1</cp:revision>
  <dcterms:created xsi:type="dcterms:W3CDTF">2026-03-11T05:13:25Z</dcterms:created>
  <dcterms:modified xsi:type="dcterms:W3CDTF">2026-03-11T05:13:25Z</dcterms:modified>
</cp:coreProperties>
</file>